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IPL Data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Student Name: [Your Full Name]</a:t>
            </a:r>
          </a:p>
          <a:p>
            <a:r>
              <a:t>College: [Your College Name]</a:t>
            </a:r>
          </a:p>
          <a:p>
            <a:r>
              <a:t>Course: Bachelor of Computer Applications (BCA)</a:t>
            </a:r>
          </a:p>
          <a:p>
            <a:r>
              <a:t>Project Guide: [Guide Name]</a:t>
            </a:r>
          </a:p>
          <a:p>
            <a:r>
              <a:t>Academic Year: 2023-2024</a:t>
            </a:r>
          </a:p>
          <a:p>
            <a:r>
              <a:t>Submission 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Overview:</a:t>
            </a:r>
          </a:p>
          <a:p>
            <a:r>
              <a:t>- Indian Premier League (IPL) data analysis from 2008-2022</a:t>
            </a:r>
          </a:p>
          <a:p>
            <a:r>
              <a:t>- Comprehensive analysis using Python, data visualization, and ML</a:t>
            </a:r>
          </a:p>
          <a:p>
            <a:r>
              <a:t>- Covers 1000+ matches across 15 seasons</a:t>
            </a:r>
          </a:p>
          <a:p>
            <a:r>
              <a:t>Target Audience: Cricket analysts, team managers, data enthusiasts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Challenges:</a:t>
            </a:r>
          </a:p>
          <a:p>
            <a:r>
              <a:t>- Data volume &amp; complexity (1000+ matches)</a:t>
            </a:r>
          </a:p>
          <a:p>
            <a:r>
              <a:t>- Lack of centralized analytics tools</a:t>
            </a:r>
          </a:p>
          <a:p>
            <a:r>
              <a:t>- Limited trend identification</a:t>
            </a:r>
          </a:p>
          <a:p>
            <a:r>
              <a:t>Solution: EDA, predictive modeling, visualizations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Objectives:</a:t>
            </a:r>
          </a:p>
          <a:p>
            <a:r>
              <a:t>- Data loading &amp; preprocessing</a:t>
            </a:r>
          </a:p>
          <a:p>
            <a:r>
              <a:t>- Exploratory Data Analysis (EDA)</a:t>
            </a:r>
          </a:p>
          <a:p>
            <a:r>
              <a:t>- Pattern discovery &amp; statistical analysis</a:t>
            </a:r>
          </a:p>
          <a:p>
            <a:r>
              <a:t>- Predictive modeling (Regression &amp; Classification)</a:t>
            </a:r>
          </a:p>
          <a:p>
            <a:r>
              <a:t>- Comprehensive visualizations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In-Scope:</a:t>
            </a:r>
          </a:p>
          <a:p>
            <a:r>
              <a:t>- IPL matches 2008-2022 (15 seasons)</a:t>
            </a:r>
          </a:p>
          <a:p>
            <a:r>
              <a:t>- Match-level &amp; ball-by-ball data</a:t>
            </a:r>
          </a:p>
          <a:p>
            <a:r>
              <a:t>- EDA, statistical analysis, ML modeling</a:t>
            </a:r>
          </a:p>
          <a:p>
            <a:r>
              <a:t>Out-of-Scope: Real-time prediction, player-level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Hardware:</a:t>
            </a:r>
          </a:p>
          <a:p>
            <a:r>
              <a:t>- Processor: Intel Core i5+</a:t>
            </a:r>
          </a:p>
          <a:p>
            <a:r>
              <a:t>- RAM: 8GB+</a:t>
            </a:r>
          </a:p>
          <a:p>
            <a:r>
              <a:t>Software:</a:t>
            </a:r>
          </a:p>
          <a:p>
            <a:r>
              <a:t>- Python 3.7+, Jupyter Notebook</a:t>
            </a:r>
          </a:p>
          <a:p>
            <a:r>
              <a:t>- Libraries: pandas, numpy, matplotlib, seaborn, scikit-learn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Python for Data Analytics:</a:t>
            </a:r>
          </a:p>
          <a:p>
            <a:r>
              <a:t>- Rich ecosystem (pandas, numpy, matplotlib)</a:t>
            </a:r>
          </a:p>
          <a:p>
            <a:r>
              <a:t>- Easy to learn &amp; versatile</a:t>
            </a:r>
          </a:p>
          <a:p>
            <a:r>
              <a:t>- Excellent for data manipulation &amp; visualization</a:t>
            </a:r>
          </a:p>
          <a:p>
            <a:r>
              <a:t>Key Libraries: pandas (data), numpy (numerical), matplotlib/seaborn (viz), scikit-learn (ML)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 in Project:</a:t>
            </a:r>
          </a:p>
          <a:p>
            <a:r>
              <a:t>- Conceptual understanding of database design</a:t>
            </a:r>
          </a:p>
          <a:p>
            <a:r>
              <a:t>- SQL queries for data retrieval (conceptual)</a:t>
            </a:r>
          </a:p>
          <a:p>
            <a:r>
              <a:t>Tables: IPL_Matches, Ball_by_Ball, Teams, Venues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Modules:</a:t>
            </a:r>
          </a:p>
          <a:p>
            <a:r>
              <a:t>- Data Loading &amp; Preprocessing</a:t>
            </a:r>
          </a:p>
          <a:p>
            <a:r>
              <a:t>- Exploratory Data Analysis</a:t>
            </a:r>
          </a:p>
          <a:p>
            <a:r>
              <a:t>- Statistical Analysis</a:t>
            </a:r>
          </a:p>
          <a:p>
            <a:r>
              <a:t>- Visualization</a:t>
            </a:r>
          </a:p>
          <a:p>
            <a:r>
              <a:t>- Predictive Modeling</a:t>
            </a:r>
          </a:p>
          <a:p>
            <a:r>
              <a:t>-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Flow:</a:t>
            </a:r>
          </a:p>
          <a:p>
            <a:r>
              <a:t>CSV Files → Data Loading → Preprocessing → EDA → Statistical Analysis → Modeling → Visualization → Reports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</a:t>
            </a:r>
          </a:p>
          <a:p>
            <a:r>
              <a:t>- IPL_Matches: MatchID, Season, Teams, WinningTeam, WinMargin, etc.</a:t>
            </a:r>
          </a:p>
          <a:p>
            <a:r>
              <a:t>- Ball_by_Ball: BallID, MatchID, Batsman, Bowler, Runs, etc.</a:t>
            </a:r>
          </a:p>
          <a:p>
            <a:r>
              <a:t>Normalization: 3NF, Relationships via foreign keys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Code Snippets:</a:t>
            </a:r>
          </a:p>
          <a:p>
            <a:r>
              <a:t>- Data Loading: pd.read_csv()</a:t>
            </a:r>
          </a:p>
          <a:p>
            <a:r>
              <a:t>- EDA: df.describe(), df.corr()</a:t>
            </a:r>
          </a:p>
          <a:p>
            <a:r>
              <a:t>- Modeling: LinearRegression, RandomForestClassifier</a:t>
            </a:r>
          </a:p>
          <a:p>
            <a:r>
              <a:t>- Visualization: plt.plot(), sns.heatmap()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Results:</a:t>
            </a:r>
          </a:p>
          <a:p>
            <a:r>
              <a:t>- Dataset: 1000 matches, clean data</a:t>
            </a:r>
          </a:p>
          <a:p>
            <a:r>
              <a:t>- Models: R²=0.76 (Regression), Accuracy=82% (Classification)</a:t>
            </a:r>
          </a:p>
          <a:p>
            <a:r>
              <a:t>- Visualizations: 20+ charts (histograms, heatmaps, etc.)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(Graphs)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Visualizations:</a:t>
            </a:r>
          </a:p>
          <a:p>
            <a:r>
              <a:t>- Winning Margin Distribution (Histogram)</a:t>
            </a:r>
          </a:p>
          <a:p>
            <a:r>
              <a:t>- Team-wise Win Distribution (Bar Chart)</a:t>
            </a:r>
          </a:p>
          <a:p>
            <a:r>
              <a:t>- Correlation Heatmap</a:t>
            </a:r>
          </a:p>
          <a:p>
            <a:r>
              <a:t>- Actual vs Predicted Scatter Plot</a:t>
            </a:r>
          </a:p>
          <a:p>
            <a:r>
              <a:t>Insights: Increasing margins over seasons, home advantage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r>
              <a:t>- Winning margins increasing over seasons</a:t>
            </a:r>
          </a:p>
          <a:p>
            <a:r>
              <a:t>- Home advantage effect (10%)</a:t>
            </a:r>
          </a:p>
          <a:p>
            <a:r>
              <a:t>- Models predict outcomes with 82%+ accuracy</a:t>
            </a:r>
          </a:p>
          <a:p>
            <a:r>
              <a:t>Future: Real-time predictions, player analytics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References:</a:t>
            </a:r>
          </a:p>
          <a:p>
            <a:r>
              <a:t>- Pandas Documentation</a:t>
            </a:r>
          </a:p>
          <a:p>
            <a:r>
              <a:t>- Scikit-learn Documentation</a:t>
            </a:r>
          </a:p>
          <a:p>
            <a:r>
              <a:t>- IPL Official Website</a:t>
            </a:r>
          </a:p>
          <a:p>
            <a:r>
              <a:t>- Academic papers on sports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